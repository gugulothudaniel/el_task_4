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Pipeline Dashboard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Metrics and Insights from Current Performance</a:t>
            </a:r>
          </a:p>
          <a:p/>
          <a:p>
            <a:r>
              <a:t>Gugulothu Daniel</a:t>
            </a:r>
          </a:p>
          <a:p>
            <a:r>
              <a:t>Email: danielguguloth@gmail.com</a:t>
            </a:r>
          </a:p>
          <a:p>
            <a:r>
              <a:t>Created using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Activities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Strong first contact performance on 10–12 July (peaked at ~250–270 contacts)</a:t>
            </a:r>
          </a:p>
          <a:p>
            <a:r>
              <a:t>- Daily demo contributions led by Alexis (27), Abdullah (24), Lyra (24)</a:t>
            </a:r>
          </a:p>
          <a:p>
            <a:r>
              <a:t>- Total closed value: $11K</a:t>
            </a:r>
          </a:p>
          <a:p>
            <a:r>
              <a:t>- Top individual deal: $3,567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Prospects: $115K</a:t>
            </a:r>
          </a:p>
          <a:p>
            <a:r>
              <a:t>- First Contact: $75K</a:t>
            </a:r>
          </a:p>
          <a:p>
            <a:r>
              <a:t>- Qualified Leads: $68K</a:t>
            </a:r>
          </a:p>
          <a:p>
            <a:r>
              <a:t>- Demo Stage: $42K</a:t>
            </a:r>
          </a:p>
          <a:p>
            <a:r>
              <a:t>- Closed Deals: $56K</a:t>
            </a:r>
          </a:p>
          <a:p>
            <a:r>
              <a:t>- Average Deal Value: $6,332</a:t>
            </a:r>
          </a:p>
          <a:p>
            <a:r>
              <a:t>- Close Ratio: 25%</a:t>
            </a:r>
          </a:p>
          <a:p>
            <a:r>
              <a:t>- Average Sales Cycle: 32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Opportunities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Mushroom Tech – $13.2K</a:t>
            </a:r>
          </a:p>
          <a:p>
            <a:r>
              <a:t>- Tomato SaaS – $12K</a:t>
            </a:r>
          </a:p>
          <a:p>
            <a:r>
              <a:t>- Onions Ltd – $9,765</a:t>
            </a:r>
          </a:p>
          <a:p>
            <a:r>
              <a:t>- Broccoli Biz – $8,999</a:t>
            </a:r>
          </a:p>
          <a:p>
            <a:r>
              <a:t>- Carrots.io – $8,987</a:t>
            </a:r>
          </a:p>
          <a:p>
            <a:r>
              <a:t>- Potato Partners – $8,754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